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95762-7536-4B97-A216-552A08C2A250}" v="24" dt="2026-05-07T15:14:54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odhan Dhore" userId="2d6b4e124c35555d" providerId="LiveId" clId="{4C8D3648-62BF-473F-B6E2-F8CCD3A59938}"/>
    <pc:docChg chg="undo custSel addSld modSld sldOrd">
      <pc:chgData name="Yashodhan Dhore" userId="2d6b4e124c35555d" providerId="LiveId" clId="{4C8D3648-62BF-473F-B6E2-F8CCD3A59938}" dt="2026-05-07T15:14:56.009" v="1062" actId="20577"/>
      <pc:docMkLst>
        <pc:docMk/>
      </pc:docMkLst>
      <pc:sldChg chg="modSp mod">
        <pc:chgData name="Yashodhan Dhore" userId="2d6b4e124c35555d" providerId="LiveId" clId="{4C8D3648-62BF-473F-B6E2-F8CCD3A59938}" dt="2026-05-07T15:03:41.323" v="728" actId="404"/>
        <pc:sldMkLst>
          <pc:docMk/>
          <pc:sldMk cId="0" sldId="256"/>
        </pc:sldMkLst>
        <pc:spChg chg="mod">
          <ac:chgData name="Yashodhan Dhore" userId="2d6b4e124c35555d" providerId="LiveId" clId="{4C8D3648-62BF-473F-B6E2-F8CCD3A59938}" dt="2026-05-07T14:48:24.859" v="291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Yashodhan Dhore" userId="2d6b4e124c35555d" providerId="LiveId" clId="{4C8D3648-62BF-473F-B6E2-F8CCD3A59938}" dt="2026-05-07T15:03:41.323" v="728" actId="404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Yashodhan Dhore" userId="2d6b4e124c35555d" providerId="LiveId" clId="{4C8D3648-62BF-473F-B6E2-F8CCD3A59938}" dt="2026-05-07T14:42:19.589" v="221" actId="33524"/>
        <pc:sldMkLst>
          <pc:docMk/>
          <pc:sldMk cId="0" sldId="257"/>
        </pc:sldMkLst>
        <pc:spChg chg="mod">
          <ac:chgData name="Yashodhan Dhore" userId="2d6b4e124c35555d" providerId="LiveId" clId="{4C8D3648-62BF-473F-B6E2-F8CCD3A59938}" dt="2026-05-07T14:41:20.689" v="191" actId="208"/>
          <ac:spMkLst>
            <pc:docMk/>
            <pc:sldMk cId="0" sldId="257"/>
            <ac:spMk id="2" creationId="{00000000-0000-0000-0000-000000000000}"/>
          </ac:spMkLst>
        </pc:spChg>
        <pc:spChg chg="mod">
          <ac:chgData name="Yashodhan Dhore" userId="2d6b4e124c35555d" providerId="LiveId" clId="{4C8D3648-62BF-473F-B6E2-F8CCD3A59938}" dt="2026-05-07T14:42:19.589" v="221" actId="33524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Yashodhan Dhore" userId="2d6b4e124c35555d" providerId="LiveId" clId="{4C8D3648-62BF-473F-B6E2-F8CCD3A59938}" dt="2026-05-07T14:41:30.502" v="192" actId="108"/>
        <pc:sldMkLst>
          <pc:docMk/>
          <pc:sldMk cId="0" sldId="258"/>
        </pc:sldMkLst>
        <pc:spChg chg="mod">
          <ac:chgData name="Yashodhan Dhore" userId="2d6b4e124c35555d" providerId="LiveId" clId="{4C8D3648-62BF-473F-B6E2-F8CCD3A59938}" dt="2026-05-07T14:41:30.502" v="192" actId="108"/>
          <ac:spMkLst>
            <pc:docMk/>
            <pc:sldMk cId="0" sldId="258"/>
            <ac:spMk id="2" creationId="{00000000-0000-0000-0000-000000000000}"/>
          </ac:spMkLst>
        </pc:spChg>
        <pc:spChg chg="mod">
          <ac:chgData name="Yashodhan Dhore" userId="2d6b4e124c35555d" providerId="LiveId" clId="{4C8D3648-62BF-473F-B6E2-F8CCD3A59938}" dt="2026-05-07T14:36:01.230" v="17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Yashodhan Dhore" userId="2d6b4e124c35555d" providerId="LiveId" clId="{4C8D3648-62BF-473F-B6E2-F8CCD3A59938}" dt="2026-05-07T14:41:35.160" v="193" actId="108"/>
        <pc:sldMkLst>
          <pc:docMk/>
          <pc:sldMk cId="0" sldId="259"/>
        </pc:sldMkLst>
        <pc:spChg chg="mod">
          <ac:chgData name="Yashodhan Dhore" userId="2d6b4e124c35555d" providerId="LiveId" clId="{4C8D3648-62BF-473F-B6E2-F8CCD3A59938}" dt="2026-05-07T14:41:35.160" v="193" actId="108"/>
          <ac:spMkLst>
            <pc:docMk/>
            <pc:sldMk cId="0" sldId="259"/>
            <ac:spMk id="2" creationId="{00000000-0000-0000-0000-000000000000}"/>
          </ac:spMkLst>
        </pc:spChg>
        <pc:spChg chg="mod">
          <ac:chgData name="Yashodhan Dhore" userId="2d6b4e124c35555d" providerId="LiveId" clId="{4C8D3648-62BF-473F-B6E2-F8CCD3A59938}" dt="2026-05-07T14:37:07.907" v="27" actId="108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Yashodhan Dhore" userId="2d6b4e124c35555d" providerId="LiveId" clId="{4C8D3648-62BF-473F-B6E2-F8CCD3A59938}" dt="2026-05-07T14:41:39.046" v="194" actId="108"/>
        <pc:sldMkLst>
          <pc:docMk/>
          <pc:sldMk cId="0" sldId="260"/>
        </pc:sldMkLst>
        <pc:spChg chg="mod">
          <ac:chgData name="Yashodhan Dhore" userId="2d6b4e124c35555d" providerId="LiveId" clId="{4C8D3648-62BF-473F-B6E2-F8CCD3A59938}" dt="2026-05-07T14:41:39.046" v="194" actId="108"/>
          <ac:spMkLst>
            <pc:docMk/>
            <pc:sldMk cId="0" sldId="260"/>
            <ac:spMk id="2" creationId="{00000000-0000-0000-0000-000000000000}"/>
          </ac:spMkLst>
        </pc:spChg>
        <pc:spChg chg="mod">
          <ac:chgData name="Yashodhan Dhore" userId="2d6b4e124c35555d" providerId="LiveId" clId="{4C8D3648-62BF-473F-B6E2-F8CCD3A59938}" dt="2026-05-07T14:37:57.191" v="30" actId="108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Yashodhan Dhore" userId="2d6b4e124c35555d" providerId="LiveId" clId="{4C8D3648-62BF-473F-B6E2-F8CCD3A59938}" dt="2026-05-07T14:44:25.001" v="249" actId="33524"/>
        <pc:sldMkLst>
          <pc:docMk/>
          <pc:sldMk cId="0" sldId="261"/>
        </pc:sldMkLst>
        <pc:spChg chg="mod">
          <ac:chgData name="Yashodhan Dhore" userId="2d6b4e124c35555d" providerId="LiveId" clId="{4C8D3648-62BF-473F-B6E2-F8CCD3A59938}" dt="2026-05-07T14:41:43.497" v="196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Yashodhan Dhore" userId="2d6b4e124c35555d" providerId="LiveId" clId="{4C8D3648-62BF-473F-B6E2-F8CCD3A59938}" dt="2026-05-07T14:44:25.001" v="249" actId="33524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Yashodhan Dhore" userId="2d6b4e124c35555d" providerId="LiveId" clId="{4C8D3648-62BF-473F-B6E2-F8CCD3A59938}" dt="2026-05-07T15:05:15.907" v="732" actId="20577"/>
        <pc:sldMkLst>
          <pc:docMk/>
          <pc:sldMk cId="705402130" sldId="262"/>
        </pc:sldMkLst>
        <pc:spChg chg="mod">
          <ac:chgData name="Yashodhan Dhore" userId="2d6b4e124c35555d" providerId="LiveId" clId="{4C8D3648-62BF-473F-B6E2-F8CCD3A59938}" dt="2026-05-07T14:51:25.239" v="421" actId="20577"/>
          <ac:spMkLst>
            <pc:docMk/>
            <pc:sldMk cId="705402130" sldId="262"/>
            <ac:spMk id="2" creationId="{8CD76B48-BF40-0462-22A3-7CC498F3F070}"/>
          </ac:spMkLst>
        </pc:spChg>
        <pc:spChg chg="mod">
          <ac:chgData name="Yashodhan Dhore" userId="2d6b4e124c35555d" providerId="LiveId" clId="{4C8D3648-62BF-473F-B6E2-F8CCD3A59938}" dt="2026-05-07T15:05:15.907" v="732" actId="20577"/>
          <ac:spMkLst>
            <pc:docMk/>
            <pc:sldMk cId="705402130" sldId="262"/>
            <ac:spMk id="3" creationId="{0E0595E1-7A2F-6561-3248-8C8B4652FEA1}"/>
          </ac:spMkLst>
        </pc:spChg>
      </pc:sldChg>
      <pc:sldChg chg="addSp delSp modSp add mod">
        <pc:chgData name="Yashodhan Dhore" userId="2d6b4e124c35555d" providerId="LiveId" clId="{4C8D3648-62BF-473F-B6E2-F8CCD3A59938}" dt="2026-05-07T15:10:57.423" v="908" actId="1076"/>
        <pc:sldMkLst>
          <pc:docMk/>
          <pc:sldMk cId="3981114203" sldId="263"/>
        </pc:sldMkLst>
        <pc:spChg chg="mod">
          <ac:chgData name="Yashodhan Dhore" userId="2d6b4e124c35555d" providerId="LiveId" clId="{4C8D3648-62BF-473F-B6E2-F8CCD3A59938}" dt="2026-05-07T14:55:01.140" v="551" actId="20577"/>
          <ac:spMkLst>
            <pc:docMk/>
            <pc:sldMk cId="3981114203" sldId="263"/>
            <ac:spMk id="2" creationId="{11F69AB7-CA5F-CA1B-B168-2C93720793A0}"/>
          </ac:spMkLst>
        </pc:spChg>
        <pc:spChg chg="add mod">
          <ac:chgData name="Yashodhan Dhore" userId="2d6b4e124c35555d" providerId="LiveId" clId="{4C8D3648-62BF-473F-B6E2-F8CCD3A59938}" dt="2026-05-07T15:10:49.539" v="907" actId="20577"/>
          <ac:spMkLst>
            <pc:docMk/>
            <pc:sldMk cId="3981114203" sldId="263"/>
            <ac:spMk id="3" creationId="{0D2DD097-542C-E334-C0C6-D8E86AA2189A}"/>
          </ac:spMkLst>
        </pc:spChg>
        <pc:spChg chg="del mod">
          <ac:chgData name="Yashodhan Dhore" userId="2d6b4e124c35555d" providerId="LiveId" clId="{4C8D3648-62BF-473F-B6E2-F8CCD3A59938}" dt="2026-05-07T14:52:41.312" v="425" actId="478"/>
          <ac:spMkLst>
            <pc:docMk/>
            <pc:sldMk cId="3981114203" sldId="263"/>
            <ac:spMk id="3" creationId="{9D9775D2-F99C-FAC6-7666-7ADCB59EB06A}"/>
          </ac:spMkLst>
        </pc:spChg>
        <pc:spChg chg="add mod">
          <ac:chgData name="Yashodhan Dhore" userId="2d6b4e124c35555d" providerId="LiveId" clId="{4C8D3648-62BF-473F-B6E2-F8CCD3A59938}" dt="2026-05-07T15:10:44.246" v="906" actId="20577"/>
          <ac:spMkLst>
            <pc:docMk/>
            <pc:sldMk cId="3981114203" sldId="263"/>
            <ac:spMk id="5" creationId="{054932AD-6B0E-E278-9D18-8C0F4B256EA0}"/>
          </ac:spMkLst>
        </pc:spChg>
        <pc:spChg chg="add mod">
          <ac:chgData name="Yashodhan Dhore" userId="2d6b4e124c35555d" providerId="LiveId" clId="{4C8D3648-62BF-473F-B6E2-F8CCD3A59938}" dt="2026-05-07T15:10:22.523" v="895"/>
          <ac:spMkLst>
            <pc:docMk/>
            <pc:sldMk cId="3981114203" sldId="263"/>
            <ac:spMk id="7" creationId="{27FF2469-D42D-EAFC-FA24-05A74944B027}"/>
          </ac:spMkLst>
        </pc:spChg>
        <pc:spChg chg="add mod">
          <ac:chgData name="Yashodhan Dhore" userId="2d6b4e124c35555d" providerId="LiveId" clId="{4C8D3648-62BF-473F-B6E2-F8CCD3A59938}" dt="2026-05-07T15:10:22.523" v="895"/>
          <ac:spMkLst>
            <pc:docMk/>
            <pc:sldMk cId="3981114203" sldId="263"/>
            <ac:spMk id="8" creationId="{136AF766-5DA3-5115-D3FD-412DD69F5F29}"/>
          </ac:spMkLst>
        </pc:spChg>
        <pc:grpChg chg="add mod">
          <ac:chgData name="Yashodhan Dhore" userId="2d6b4e124c35555d" providerId="LiveId" clId="{4C8D3648-62BF-473F-B6E2-F8CCD3A59938}" dt="2026-05-07T15:10:57.423" v="908" actId="1076"/>
          <ac:grpSpMkLst>
            <pc:docMk/>
            <pc:sldMk cId="3981114203" sldId="263"/>
            <ac:grpSpMk id="6" creationId="{E1A3CF34-DA3B-BDE4-94F3-C6B023A5A0BD}"/>
          </ac:grpSpMkLst>
        </pc:grpChg>
        <pc:graphicFrameChg chg="add mod modGraphic">
          <ac:chgData name="Yashodhan Dhore" userId="2d6b4e124c35555d" providerId="LiveId" clId="{4C8D3648-62BF-473F-B6E2-F8CCD3A59938}" dt="2026-05-07T15:10:19.230" v="894"/>
          <ac:graphicFrameMkLst>
            <pc:docMk/>
            <pc:sldMk cId="3981114203" sldId="263"/>
            <ac:graphicFrameMk id="4" creationId="{505B0D36-704A-7B24-4531-F6182C92BC04}"/>
          </ac:graphicFrameMkLst>
        </pc:graphicFrameChg>
      </pc:sldChg>
      <pc:sldChg chg="addSp delSp modSp add mod">
        <pc:chgData name="Yashodhan Dhore" userId="2d6b4e124c35555d" providerId="LiveId" clId="{4C8D3648-62BF-473F-B6E2-F8CCD3A59938}" dt="2026-05-07T15:00:17.393" v="626" actId="20577"/>
        <pc:sldMkLst>
          <pc:docMk/>
          <pc:sldMk cId="2262350669" sldId="264"/>
        </pc:sldMkLst>
        <pc:spChg chg="mod">
          <ac:chgData name="Yashodhan Dhore" userId="2d6b4e124c35555d" providerId="LiveId" clId="{4C8D3648-62BF-473F-B6E2-F8CCD3A59938}" dt="2026-05-07T15:00:17.393" v="626" actId="20577"/>
          <ac:spMkLst>
            <pc:docMk/>
            <pc:sldMk cId="2262350669" sldId="264"/>
            <ac:spMk id="2" creationId="{4D04A280-BDF3-0ECA-EF82-5C219DC6B116}"/>
          </ac:spMkLst>
        </pc:spChg>
        <pc:graphicFrameChg chg="del">
          <ac:chgData name="Yashodhan Dhore" userId="2d6b4e124c35555d" providerId="LiveId" clId="{4C8D3648-62BF-473F-B6E2-F8CCD3A59938}" dt="2026-05-07T14:55:46.348" v="553" actId="478"/>
          <ac:graphicFrameMkLst>
            <pc:docMk/>
            <pc:sldMk cId="2262350669" sldId="264"/>
            <ac:graphicFrameMk id="4" creationId="{6B52077A-C61D-5E0A-722A-3677A8E48DE9}"/>
          </ac:graphicFrameMkLst>
        </pc:graphicFrameChg>
        <pc:picChg chg="add del mod">
          <ac:chgData name="Yashodhan Dhore" userId="2d6b4e124c35555d" providerId="LiveId" clId="{4C8D3648-62BF-473F-B6E2-F8CCD3A59938}" dt="2026-05-07T14:58:13.006" v="597" actId="478"/>
          <ac:picMkLst>
            <pc:docMk/>
            <pc:sldMk cId="2262350669" sldId="264"/>
            <ac:picMk id="5" creationId="{A268F1D5-7F05-60A4-AC93-44786527AF03}"/>
          </ac:picMkLst>
        </pc:picChg>
        <pc:picChg chg="add mod">
          <ac:chgData name="Yashodhan Dhore" userId="2d6b4e124c35555d" providerId="LiveId" clId="{4C8D3648-62BF-473F-B6E2-F8CCD3A59938}" dt="2026-05-07T14:59:56.743" v="612" actId="1076"/>
          <ac:picMkLst>
            <pc:docMk/>
            <pc:sldMk cId="2262350669" sldId="264"/>
            <ac:picMk id="7" creationId="{AC6D5384-B4BE-55D9-8D29-CF236F30D000}"/>
          </ac:picMkLst>
        </pc:picChg>
        <pc:picChg chg="add mod">
          <ac:chgData name="Yashodhan Dhore" userId="2d6b4e124c35555d" providerId="LiveId" clId="{4C8D3648-62BF-473F-B6E2-F8CCD3A59938}" dt="2026-05-07T14:59:52.122" v="611" actId="1076"/>
          <ac:picMkLst>
            <pc:docMk/>
            <pc:sldMk cId="2262350669" sldId="264"/>
            <ac:picMk id="9" creationId="{E8899ED6-D3EF-F03E-4662-8B23D7B20B2C}"/>
          </ac:picMkLst>
        </pc:picChg>
      </pc:sldChg>
      <pc:sldChg chg="addSp delSp modSp add mod">
        <pc:chgData name="Yashodhan Dhore" userId="2d6b4e124c35555d" providerId="LiveId" clId="{4C8D3648-62BF-473F-B6E2-F8CCD3A59938}" dt="2026-05-07T15:02:48.249" v="660" actId="14100"/>
        <pc:sldMkLst>
          <pc:docMk/>
          <pc:sldMk cId="2986935875" sldId="265"/>
        </pc:sldMkLst>
        <pc:spChg chg="mod">
          <ac:chgData name="Yashodhan Dhore" userId="2d6b4e124c35555d" providerId="LiveId" clId="{4C8D3648-62BF-473F-B6E2-F8CCD3A59938}" dt="2026-05-07T15:00:38.195" v="641" actId="5793"/>
          <ac:spMkLst>
            <pc:docMk/>
            <pc:sldMk cId="2986935875" sldId="265"/>
            <ac:spMk id="2" creationId="{D1A1AD34-9117-B31B-B968-C9CDCC204E0D}"/>
          </ac:spMkLst>
        </pc:spChg>
        <pc:picChg chg="add mod">
          <ac:chgData name="Yashodhan Dhore" userId="2d6b4e124c35555d" providerId="LiveId" clId="{4C8D3648-62BF-473F-B6E2-F8CCD3A59938}" dt="2026-05-07T15:02:39.291" v="658" actId="14100"/>
          <ac:picMkLst>
            <pc:docMk/>
            <pc:sldMk cId="2986935875" sldId="265"/>
            <ac:picMk id="4" creationId="{F2D42612-1D9D-9413-0B46-BF8583B11B31}"/>
          </ac:picMkLst>
        </pc:picChg>
        <pc:picChg chg="add mod">
          <ac:chgData name="Yashodhan Dhore" userId="2d6b4e124c35555d" providerId="LiveId" clId="{4C8D3648-62BF-473F-B6E2-F8CCD3A59938}" dt="2026-05-07T15:02:48.249" v="660" actId="14100"/>
          <ac:picMkLst>
            <pc:docMk/>
            <pc:sldMk cId="2986935875" sldId="265"/>
            <ac:picMk id="6" creationId="{45073E94-1694-2BA4-7F12-AACE6D1FB3DB}"/>
          </ac:picMkLst>
        </pc:picChg>
        <pc:picChg chg="del">
          <ac:chgData name="Yashodhan Dhore" userId="2d6b4e124c35555d" providerId="LiveId" clId="{4C8D3648-62BF-473F-B6E2-F8CCD3A59938}" dt="2026-05-07T15:00:42.048" v="643" actId="478"/>
          <ac:picMkLst>
            <pc:docMk/>
            <pc:sldMk cId="2986935875" sldId="265"/>
            <ac:picMk id="7" creationId="{89DD8782-1DAE-6832-6AD1-FFD7C47C4D04}"/>
          </ac:picMkLst>
        </pc:picChg>
        <pc:picChg chg="del">
          <ac:chgData name="Yashodhan Dhore" userId="2d6b4e124c35555d" providerId="LiveId" clId="{4C8D3648-62BF-473F-B6E2-F8CCD3A59938}" dt="2026-05-07T15:00:41.205" v="642" actId="478"/>
          <ac:picMkLst>
            <pc:docMk/>
            <pc:sldMk cId="2986935875" sldId="265"/>
            <ac:picMk id="9" creationId="{83274689-2AA9-5458-1DAF-DC4C5E385AEB}"/>
          </ac:picMkLst>
        </pc:picChg>
      </pc:sldChg>
      <pc:sldChg chg="modSp add mod ord">
        <pc:chgData name="Yashodhan Dhore" userId="2d6b4e124c35555d" providerId="LiveId" clId="{4C8D3648-62BF-473F-B6E2-F8CCD3A59938}" dt="2026-05-07T15:14:56.009" v="1062" actId="20577"/>
        <pc:sldMkLst>
          <pc:docMk/>
          <pc:sldMk cId="4152344109" sldId="266"/>
        </pc:sldMkLst>
        <pc:spChg chg="mod">
          <ac:chgData name="Yashodhan Dhore" userId="2d6b4e124c35555d" providerId="LiveId" clId="{4C8D3648-62BF-473F-B6E2-F8CCD3A59938}" dt="2026-05-07T15:12:24.472" v="939" actId="20577"/>
          <ac:spMkLst>
            <pc:docMk/>
            <pc:sldMk cId="4152344109" sldId="266"/>
            <ac:spMk id="2" creationId="{0AD967A8-2C35-0140-C861-B18EC1AC9CC0}"/>
          </ac:spMkLst>
        </pc:spChg>
        <pc:spChg chg="mod">
          <ac:chgData name="Yashodhan Dhore" userId="2d6b4e124c35555d" providerId="LiveId" clId="{4C8D3648-62BF-473F-B6E2-F8CCD3A59938}" dt="2026-05-07T15:14:56.009" v="1062" actId="20577"/>
          <ac:spMkLst>
            <pc:docMk/>
            <pc:sldMk cId="4152344109" sldId="266"/>
            <ac:spMk id="3" creationId="{7BD164DB-707D-90D5-7343-82CFB1AD2B4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C15168-8010-47B7-934F-2A1203CCC6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578BC2-C696-41DC-B16C-46C33E4EE0F6}">
      <dgm:prSet phldrT="[Text]" phldr="0"/>
      <dgm:spPr>
        <a:ln>
          <a:solidFill>
            <a:srgbClr val="002060"/>
          </a:solidFill>
        </a:ln>
      </dgm:spPr>
      <dgm:t>
        <a:bodyPr/>
        <a:lstStyle/>
        <a:p>
          <a:r>
            <a:rPr lang="en-US" dirty="0"/>
            <a:t>User</a:t>
          </a:r>
        </a:p>
      </dgm:t>
    </dgm:pt>
    <dgm:pt modelId="{0D3C44F3-B8CC-4DA5-BB3A-92D12F83B74B}" type="parTrans" cxnId="{44A3FD9D-C3B5-4D3A-ACB1-2C9887393309}">
      <dgm:prSet/>
      <dgm:spPr/>
      <dgm:t>
        <a:bodyPr/>
        <a:lstStyle/>
        <a:p>
          <a:endParaRPr lang="en-US"/>
        </a:p>
      </dgm:t>
    </dgm:pt>
    <dgm:pt modelId="{448FA0E1-B97A-4CAB-9060-C2C975D862C6}" type="sibTrans" cxnId="{44A3FD9D-C3B5-4D3A-ACB1-2C9887393309}">
      <dgm:prSet/>
      <dgm:spPr>
        <a:solidFill>
          <a:srgbClr val="00B0F0"/>
        </a:solidFill>
      </dgm:spPr>
      <dgm:t>
        <a:bodyPr/>
        <a:lstStyle/>
        <a:p>
          <a:endParaRPr lang="en-US" dirty="0"/>
        </a:p>
      </dgm:t>
    </dgm:pt>
    <dgm:pt modelId="{7252AA98-9E64-4912-9EC1-575F1A22EE0B}">
      <dgm:prSet phldrT="[Text]" phldr="0"/>
      <dgm:spPr>
        <a:ln>
          <a:solidFill>
            <a:srgbClr val="002060"/>
          </a:solidFill>
        </a:ln>
      </dgm:spPr>
      <dgm:t>
        <a:bodyPr/>
        <a:lstStyle/>
        <a:p>
          <a:r>
            <a:rPr lang="en-US" dirty="0"/>
            <a:t>FNOL</a:t>
          </a:r>
        </a:p>
        <a:p>
          <a:r>
            <a:rPr lang="en-US" dirty="0"/>
            <a:t>Agent</a:t>
          </a:r>
        </a:p>
      </dgm:t>
    </dgm:pt>
    <dgm:pt modelId="{55137E60-7EF0-48AD-879F-9A93BFDF5CA8}" type="parTrans" cxnId="{4E8648AD-DDA3-49F8-A48B-9E0685898355}">
      <dgm:prSet/>
      <dgm:spPr/>
      <dgm:t>
        <a:bodyPr/>
        <a:lstStyle/>
        <a:p>
          <a:endParaRPr lang="en-US"/>
        </a:p>
      </dgm:t>
    </dgm:pt>
    <dgm:pt modelId="{257F886E-348D-4E26-8771-08580CF269D5}" type="sibTrans" cxnId="{4E8648AD-DDA3-49F8-A48B-9E0685898355}">
      <dgm:prSet/>
      <dgm:spPr>
        <a:solidFill>
          <a:srgbClr val="00B0F0"/>
        </a:solidFill>
      </dgm:spPr>
      <dgm:t>
        <a:bodyPr/>
        <a:lstStyle/>
        <a:p>
          <a:endParaRPr lang="en-US" dirty="0"/>
        </a:p>
      </dgm:t>
    </dgm:pt>
    <dgm:pt modelId="{8214A4C0-FFDD-45FD-9E6F-B9A93CFA1E43}">
      <dgm:prSet phldrT="[Text]" phldr="0"/>
      <dgm:spPr>
        <a:ln>
          <a:solidFill>
            <a:srgbClr val="002060"/>
          </a:solidFill>
        </a:ln>
      </dgm:spPr>
      <dgm:t>
        <a:bodyPr/>
        <a:lstStyle/>
        <a:p>
          <a:r>
            <a:rPr lang="en-US" dirty="0"/>
            <a:t>Validation </a:t>
          </a:r>
        </a:p>
        <a:p>
          <a:r>
            <a:rPr lang="en-US" dirty="0"/>
            <a:t>Agent</a:t>
          </a:r>
        </a:p>
      </dgm:t>
    </dgm:pt>
    <dgm:pt modelId="{A490967C-8525-4F4F-8615-EDA9BDFE2E81}" type="parTrans" cxnId="{75CF5F4F-C0C5-4377-B870-11C8A14F41D7}">
      <dgm:prSet/>
      <dgm:spPr/>
      <dgm:t>
        <a:bodyPr/>
        <a:lstStyle/>
        <a:p>
          <a:endParaRPr lang="en-US"/>
        </a:p>
      </dgm:t>
    </dgm:pt>
    <dgm:pt modelId="{9A0AE6E1-21D9-4A3E-B7AE-D8F32AE37160}" type="sibTrans" cxnId="{75CF5F4F-C0C5-4377-B870-11C8A14F41D7}">
      <dgm:prSet/>
      <dgm:spPr>
        <a:solidFill>
          <a:srgbClr val="00B0F0"/>
        </a:solidFill>
      </dgm:spPr>
      <dgm:t>
        <a:bodyPr/>
        <a:lstStyle/>
        <a:p>
          <a:endParaRPr lang="en-US" dirty="0"/>
        </a:p>
      </dgm:t>
    </dgm:pt>
    <dgm:pt modelId="{28D94A78-8C10-406D-A628-748F7FB2E007}">
      <dgm:prSet/>
      <dgm:spPr>
        <a:ln>
          <a:solidFill>
            <a:srgbClr val="002060"/>
          </a:solidFill>
        </a:ln>
      </dgm:spPr>
      <dgm:t>
        <a:bodyPr/>
        <a:lstStyle/>
        <a:p>
          <a:r>
            <a:rPr lang="en-US" dirty="0"/>
            <a:t>Adjuster</a:t>
          </a:r>
        </a:p>
        <a:p>
          <a:r>
            <a:rPr lang="en-US" dirty="0"/>
            <a:t>Agent</a:t>
          </a:r>
        </a:p>
      </dgm:t>
    </dgm:pt>
    <dgm:pt modelId="{2487911C-0E26-479F-A126-B51F7877F452}" type="parTrans" cxnId="{4AD3398D-45CA-44D4-A01B-B5F6978C43DB}">
      <dgm:prSet/>
      <dgm:spPr/>
      <dgm:t>
        <a:bodyPr/>
        <a:lstStyle/>
        <a:p>
          <a:endParaRPr lang="en-US"/>
        </a:p>
      </dgm:t>
    </dgm:pt>
    <dgm:pt modelId="{C7F4CD7C-1F36-4082-8618-5ED126AC95FC}" type="sibTrans" cxnId="{4AD3398D-45CA-44D4-A01B-B5F6978C43DB}">
      <dgm:prSet/>
      <dgm:spPr>
        <a:solidFill>
          <a:srgbClr val="00B0F0"/>
        </a:solidFill>
      </dgm:spPr>
      <dgm:t>
        <a:bodyPr/>
        <a:lstStyle/>
        <a:p>
          <a:endParaRPr lang="en-US" dirty="0"/>
        </a:p>
      </dgm:t>
    </dgm:pt>
    <dgm:pt modelId="{D9A4E0D7-F12E-4914-AE46-704813BDC55B}">
      <dgm:prSet/>
      <dgm:spPr>
        <a:ln>
          <a:solidFill>
            <a:srgbClr val="002060"/>
          </a:solidFill>
        </a:ln>
      </dgm:spPr>
      <dgm:t>
        <a:bodyPr/>
        <a:lstStyle/>
        <a:p>
          <a:r>
            <a:rPr lang="en-US" dirty="0"/>
            <a:t>Processing Agent</a:t>
          </a:r>
        </a:p>
      </dgm:t>
    </dgm:pt>
    <dgm:pt modelId="{E3512E89-5E67-43A7-BF79-281B60547FF3}" type="parTrans" cxnId="{54885499-06DD-4FA0-8DBF-29E77A2A1A55}">
      <dgm:prSet/>
      <dgm:spPr/>
      <dgm:t>
        <a:bodyPr/>
        <a:lstStyle/>
        <a:p>
          <a:endParaRPr lang="en-US"/>
        </a:p>
      </dgm:t>
    </dgm:pt>
    <dgm:pt modelId="{5AF9786F-AD30-4DD3-BF6E-AF106AA3080E}" type="sibTrans" cxnId="{54885499-06DD-4FA0-8DBF-29E77A2A1A55}">
      <dgm:prSet/>
      <dgm:spPr>
        <a:solidFill>
          <a:srgbClr val="00B0F0"/>
        </a:solidFill>
      </dgm:spPr>
      <dgm:t>
        <a:bodyPr/>
        <a:lstStyle/>
        <a:p>
          <a:endParaRPr lang="en-US" dirty="0"/>
        </a:p>
      </dgm:t>
    </dgm:pt>
    <dgm:pt modelId="{1A659DE1-E7C9-436E-A07D-F0CA3E2DA730}">
      <dgm:prSet/>
      <dgm:spPr>
        <a:ln>
          <a:solidFill>
            <a:srgbClr val="002060"/>
          </a:solidFill>
        </a:ln>
      </dgm:spPr>
      <dgm:t>
        <a:bodyPr/>
        <a:lstStyle/>
        <a:p>
          <a:r>
            <a:rPr lang="en-US" dirty="0"/>
            <a:t>Reporting Agent</a:t>
          </a:r>
        </a:p>
      </dgm:t>
    </dgm:pt>
    <dgm:pt modelId="{A1E1E25F-2430-406D-8A34-C0D80249673F}" type="parTrans" cxnId="{BB98AFE2-2C9C-4735-AEAF-4073D96AACFF}">
      <dgm:prSet/>
      <dgm:spPr/>
      <dgm:t>
        <a:bodyPr/>
        <a:lstStyle/>
        <a:p>
          <a:endParaRPr lang="en-US"/>
        </a:p>
      </dgm:t>
    </dgm:pt>
    <dgm:pt modelId="{65AE2461-A75C-4BB0-A734-313CE8795BF9}" type="sibTrans" cxnId="{BB98AFE2-2C9C-4735-AEAF-4073D96AACFF}">
      <dgm:prSet/>
      <dgm:spPr>
        <a:solidFill>
          <a:srgbClr val="00B0F0"/>
        </a:solidFill>
      </dgm:spPr>
      <dgm:t>
        <a:bodyPr/>
        <a:lstStyle/>
        <a:p>
          <a:endParaRPr lang="en-US" dirty="0"/>
        </a:p>
      </dgm:t>
    </dgm:pt>
    <dgm:pt modelId="{847C1085-D3C2-4E96-BE37-EEF8F944EE45}">
      <dgm:prSet/>
      <dgm:spPr>
        <a:ln>
          <a:solidFill>
            <a:srgbClr val="002060"/>
          </a:solidFill>
        </a:ln>
      </dgm:spPr>
      <dgm:t>
        <a:bodyPr/>
        <a:lstStyle/>
        <a:p>
          <a:r>
            <a:rPr lang="en-US" dirty="0"/>
            <a:t>Dashboards</a:t>
          </a:r>
        </a:p>
      </dgm:t>
    </dgm:pt>
    <dgm:pt modelId="{430D4936-9213-4913-9CDD-7CEA0025865C}" type="parTrans" cxnId="{FA0E4CC3-0E2A-4FB3-A848-C12898AA293B}">
      <dgm:prSet/>
      <dgm:spPr/>
      <dgm:t>
        <a:bodyPr/>
        <a:lstStyle/>
        <a:p>
          <a:endParaRPr lang="en-US"/>
        </a:p>
      </dgm:t>
    </dgm:pt>
    <dgm:pt modelId="{B74B79D6-B28B-4324-BAB4-A12475144081}" type="sibTrans" cxnId="{FA0E4CC3-0E2A-4FB3-A848-C12898AA293B}">
      <dgm:prSet/>
      <dgm:spPr/>
      <dgm:t>
        <a:bodyPr/>
        <a:lstStyle/>
        <a:p>
          <a:endParaRPr lang="en-US"/>
        </a:p>
      </dgm:t>
    </dgm:pt>
    <dgm:pt modelId="{80257982-9269-4BFA-AC54-54C68F5C1BD2}" type="pres">
      <dgm:prSet presAssocID="{E5C15168-8010-47B7-934F-2A1203CCC624}" presName="Name0" presStyleCnt="0">
        <dgm:presLayoutVars>
          <dgm:dir/>
          <dgm:resizeHandles val="exact"/>
        </dgm:presLayoutVars>
      </dgm:prSet>
      <dgm:spPr/>
    </dgm:pt>
    <dgm:pt modelId="{F6090991-3DB9-4909-987D-EFCA9CDD1665}" type="pres">
      <dgm:prSet presAssocID="{ED578BC2-C696-41DC-B16C-46C33E4EE0F6}" presName="node" presStyleLbl="node1" presStyleIdx="0" presStyleCnt="7">
        <dgm:presLayoutVars>
          <dgm:bulletEnabled val="1"/>
        </dgm:presLayoutVars>
      </dgm:prSet>
      <dgm:spPr/>
    </dgm:pt>
    <dgm:pt modelId="{20FF5EA2-2017-4005-AF5C-3B2856FE1FED}" type="pres">
      <dgm:prSet presAssocID="{448FA0E1-B97A-4CAB-9060-C2C975D862C6}" presName="sibTrans" presStyleLbl="sibTrans2D1" presStyleIdx="0" presStyleCnt="6"/>
      <dgm:spPr/>
    </dgm:pt>
    <dgm:pt modelId="{B47CBF33-D65D-4785-BCCE-C552BCEFA7B6}" type="pres">
      <dgm:prSet presAssocID="{448FA0E1-B97A-4CAB-9060-C2C975D862C6}" presName="connectorText" presStyleLbl="sibTrans2D1" presStyleIdx="0" presStyleCnt="6"/>
      <dgm:spPr/>
    </dgm:pt>
    <dgm:pt modelId="{A714687F-4669-4E72-83C8-22FB7F17765E}" type="pres">
      <dgm:prSet presAssocID="{7252AA98-9E64-4912-9EC1-575F1A22EE0B}" presName="node" presStyleLbl="node1" presStyleIdx="1" presStyleCnt="7">
        <dgm:presLayoutVars>
          <dgm:bulletEnabled val="1"/>
        </dgm:presLayoutVars>
      </dgm:prSet>
      <dgm:spPr/>
    </dgm:pt>
    <dgm:pt modelId="{A334437D-977B-4998-A368-9529B45EA1CB}" type="pres">
      <dgm:prSet presAssocID="{257F886E-348D-4E26-8771-08580CF269D5}" presName="sibTrans" presStyleLbl="sibTrans2D1" presStyleIdx="1" presStyleCnt="6"/>
      <dgm:spPr/>
    </dgm:pt>
    <dgm:pt modelId="{F2F9FCA8-4052-4880-81D4-F38736B299D8}" type="pres">
      <dgm:prSet presAssocID="{257F886E-348D-4E26-8771-08580CF269D5}" presName="connectorText" presStyleLbl="sibTrans2D1" presStyleIdx="1" presStyleCnt="6"/>
      <dgm:spPr/>
    </dgm:pt>
    <dgm:pt modelId="{2B40FBA1-3030-42DD-B35C-F69C43F9EB10}" type="pres">
      <dgm:prSet presAssocID="{8214A4C0-FFDD-45FD-9E6F-B9A93CFA1E43}" presName="node" presStyleLbl="node1" presStyleIdx="2" presStyleCnt="7">
        <dgm:presLayoutVars>
          <dgm:bulletEnabled val="1"/>
        </dgm:presLayoutVars>
      </dgm:prSet>
      <dgm:spPr/>
    </dgm:pt>
    <dgm:pt modelId="{DC81325E-488B-4F10-8B06-25DC40996438}" type="pres">
      <dgm:prSet presAssocID="{9A0AE6E1-21D9-4A3E-B7AE-D8F32AE37160}" presName="sibTrans" presStyleLbl="sibTrans2D1" presStyleIdx="2" presStyleCnt="6"/>
      <dgm:spPr/>
    </dgm:pt>
    <dgm:pt modelId="{8C00AD09-669F-467B-8781-916A3C6CB4EC}" type="pres">
      <dgm:prSet presAssocID="{9A0AE6E1-21D9-4A3E-B7AE-D8F32AE37160}" presName="connectorText" presStyleLbl="sibTrans2D1" presStyleIdx="2" presStyleCnt="6"/>
      <dgm:spPr/>
    </dgm:pt>
    <dgm:pt modelId="{4B7F7FCC-0260-4644-BD26-53905E80D132}" type="pres">
      <dgm:prSet presAssocID="{28D94A78-8C10-406D-A628-748F7FB2E007}" presName="node" presStyleLbl="node1" presStyleIdx="3" presStyleCnt="7">
        <dgm:presLayoutVars>
          <dgm:bulletEnabled val="1"/>
        </dgm:presLayoutVars>
      </dgm:prSet>
      <dgm:spPr/>
    </dgm:pt>
    <dgm:pt modelId="{A7A6853C-2D3D-4B59-A458-2B16AE93C885}" type="pres">
      <dgm:prSet presAssocID="{C7F4CD7C-1F36-4082-8618-5ED126AC95FC}" presName="sibTrans" presStyleLbl="sibTrans2D1" presStyleIdx="3" presStyleCnt="6"/>
      <dgm:spPr/>
    </dgm:pt>
    <dgm:pt modelId="{FE8DE21F-247B-4CB1-B765-DA970C1B3DEF}" type="pres">
      <dgm:prSet presAssocID="{C7F4CD7C-1F36-4082-8618-5ED126AC95FC}" presName="connectorText" presStyleLbl="sibTrans2D1" presStyleIdx="3" presStyleCnt="6"/>
      <dgm:spPr/>
    </dgm:pt>
    <dgm:pt modelId="{34E1FC09-2F3E-4610-94E3-88573C75829F}" type="pres">
      <dgm:prSet presAssocID="{D9A4E0D7-F12E-4914-AE46-704813BDC55B}" presName="node" presStyleLbl="node1" presStyleIdx="4" presStyleCnt="7">
        <dgm:presLayoutVars>
          <dgm:bulletEnabled val="1"/>
        </dgm:presLayoutVars>
      </dgm:prSet>
      <dgm:spPr/>
    </dgm:pt>
    <dgm:pt modelId="{6B3C5A8C-0F49-4EC8-B24A-73B2F518D001}" type="pres">
      <dgm:prSet presAssocID="{5AF9786F-AD30-4DD3-BF6E-AF106AA3080E}" presName="sibTrans" presStyleLbl="sibTrans2D1" presStyleIdx="4" presStyleCnt="6"/>
      <dgm:spPr/>
    </dgm:pt>
    <dgm:pt modelId="{03BE5BD0-FB05-4F1B-8F76-932885478A00}" type="pres">
      <dgm:prSet presAssocID="{5AF9786F-AD30-4DD3-BF6E-AF106AA3080E}" presName="connectorText" presStyleLbl="sibTrans2D1" presStyleIdx="4" presStyleCnt="6"/>
      <dgm:spPr/>
    </dgm:pt>
    <dgm:pt modelId="{E1229D9F-991D-46F0-92DB-F547A2972985}" type="pres">
      <dgm:prSet presAssocID="{1A659DE1-E7C9-436E-A07D-F0CA3E2DA730}" presName="node" presStyleLbl="node1" presStyleIdx="5" presStyleCnt="7">
        <dgm:presLayoutVars>
          <dgm:bulletEnabled val="1"/>
        </dgm:presLayoutVars>
      </dgm:prSet>
      <dgm:spPr/>
    </dgm:pt>
    <dgm:pt modelId="{1ABC695D-749A-4207-9AA3-194D7509F30B}" type="pres">
      <dgm:prSet presAssocID="{65AE2461-A75C-4BB0-A734-313CE8795BF9}" presName="sibTrans" presStyleLbl="sibTrans2D1" presStyleIdx="5" presStyleCnt="6"/>
      <dgm:spPr/>
    </dgm:pt>
    <dgm:pt modelId="{40ADCF11-EDFD-42C2-849F-0440E7BF611D}" type="pres">
      <dgm:prSet presAssocID="{65AE2461-A75C-4BB0-A734-313CE8795BF9}" presName="connectorText" presStyleLbl="sibTrans2D1" presStyleIdx="5" presStyleCnt="6"/>
      <dgm:spPr/>
    </dgm:pt>
    <dgm:pt modelId="{A5588BCD-CF0E-4A81-9EA4-5BC18020B915}" type="pres">
      <dgm:prSet presAssocID="{847C1085-D3C2-4E96-BE37-EEF8F944EE45}" presName="node" presStyleLbl="node1" presStyleIdx="6" presStyleCnt="7">
        <dgm:presLayoutVars>
          <dgm:bulletEnabled val="1"/>
        </dgm:presLayoutVars>
      </dgm:prSet>
      <dgm:spPr/>
    </dgm:pt>
  </dgm:ptLst>
  <dgm:cxnLst>
    <dgm:cxn modelId="{6336560D-0D2B-45DA-AEB5-09A88BA1E095}" type="presOf" srcId="{257F886E-348D-4E26-8771-08580CF269D5}" destId="{F2F9FCA8-4052-4880-81D4-F38736B299D8}" srcOrd="1" destOrd="0" presId="urn:microsoft.com/office/officeart/2005/8/layout/process1"/>
    <dgm:cxn modelId="{A71CD119-8BEC-4B71-B837-4327F80A08EF}" type="presOf" srcId="{9A0AE6E1-21D9-4A3E-B7AE-D8F32AE37160}" destId="{DC81325E-488B-4F10-8B06-25DC40996438}" srcOrd="0" destOrd="0" presId="urn:microsoft.com/office/officeart/2005/8/layout/process1"/>
    <dgm:cxn modelId="{86AE4320-CE03-48E5-AFCB-6D919E0123D6}" type="presOf" srcId="{ED578BC2-C696-41DC-B16C-46C33E4EE0F6}" destId="{F6090991-3DB9-4909-987D-EFCA9CDD1665}" srcOrd="0" destOrd="0" presId="urn:microsoft.com/office/officeart/2005/8/layout/process1"/>
    <dgm:cxn modelId="{0FAF0D21-47C1-483C-97A5-6D35F4EE1F98}" type="presOf" srcId="{7252AA98-9E64-4912-9EC1-575F1A22EE0B}" destId="{A714687F-4669-4E72-83C8-22FB7F17765E}" srcOrd="0" destOrd="0" presId="urn:microsoft.com/office/officeart/2005/8/layout/process1"/>
    <dgm:cxn modelId="{461E2723-F7DC-49DD-A40A-7A58FAFA810F}" type="presOf" srcId="{28D94A78-8C10-406D-A628-748F7FB2E007}" destId="{4B7F7FCC-0260-4644-BD26-53905E80D132}" srcOrd="0" destOrd="0" presId="urn:microsoft.com/office/officeart/2005/8/layout/process1"/>
    <dgm:cxn modelId="{3512492C-99F2-4D4F-B120-A4BA3549F2DD}" type="presOf" srcId="{C7F4CD7C-1F36-4082-8618-5ED126AC95FC}" destId="{A7A6853C-2D3D-4B59-A458-2B16AE93C885}" srcOrd="0" destOrd="0" presId="urn:microsoft.com/office/officeart/2005/8/layout/process1"/>
    <dgm:cxn modelId="{2DA46A37-E579-41B3-92C3-28491C949A90}" type="presOf" srcId="{448FA0E1-B97A-4CAB-9060-C2C975D862C6}" destId="{20FF5EA2-2017-4005-AF5C-3B2856FE1FED}" srcOrd="0" destOrd="0" presId="urn:microsoft.com/office/officeart/2005/8/layout/process1"/>
    <dgm:cxn modelId="{8D4A3242-FA82-42BB-9F58-191F08D3EB5C}" type="presOf" srcId="{5AF9786F-AD30-4DD3-BF6E-AF106AA3080E}" destId="{03BE5BD0-FB05-4F1B-8F76-932885478A00}" srcOrd="1" destOrd="0" presId="urn:microsoft.com/office/officeart/2005/8/layout/process1"/>
    <dgm:cxn modelId="{75CF5F4F-C0C5-4377-B870-11C8A14F41D7}" srcId="{E5C15168-8010-47B7-934F-2A1203CCC624}" destId="{8214A4C0-FFDD-45FD-9E6F-B9A93CFA1E43}" srcOrd="2" destOrd="0" parTransId="{A490967C-8525-4F4F-8615-EDA9BDFE2E81}" sibTransId="{9A0AE6E1-21D9-4A3E-B7AE-D8F32AE37160}"/>
    <dgm:cxn modelId="{C7D0757C-8EDD-4026-983A-8A08F0E6B29D}" type="presOf" srcId="{257F886E-348D-4E26-8771-08580CF269D5}" destId="{A334437D-977B-4998-A368-9529B45EA1CB}" srcOrd="0" destOrd="0" presId="urn:microsoft.com/office/officeart/2005/8/layout/process1"/>
    <dgm:cxn modelId="{7438187D-C6BA-4467-A91E-B15AC3BF13F5}" type="presOf" srcId="{847C1085-D3C2-4E96-BE37-EEF8F944EE45}" destId="{A5588BCD-CF0E-4A81-9EA4-5BC18020B915}" srcOrd="0" destOrd="0" presId="urn:microsoft.com/office/officeart/2005/8/layout/process1"/>
    <dgm:cxn modelId="{4AD3398D-45CA-44D4-A01B-B5F6978C43DB}" srcId="{E5C15168-8010-47B7-934F-2A1203CCC624}" destId="{28D94A78-8C10-406D-A628-748F7FB2E007}" srcOrd="3" destOrd="0" parTransId="{2487911C-0E26-479F-A126-B51F7877F452}" sibTransId="{C7F4CD7C-1F36-4082-8618-5ED126AC95FC}"/>
    <dgm:cxn modelId="{54885499-06DD-4FA0-8DBF-29E77A2A1A55}" srcId="{E5C15168-8010-47B7-934F-2A1203CCC624}" destId="{D9A4E0D7-F12E-4914-AE46-704813BDC55B}" srcOrd="4" destOrd="0" parTransId="{E3512E89-5E67-43A7-BF79-281B60547FF3}" sibTransId="{5AF9786F-AD30-4DD3-BF6E-AF106AA3080E}"/>
    <dgm:cxn modelId="{44A3FD9D-C3B5-4D3A-ACB1-2C9887393309}" srcId="{E5C15168-8010-47B7-934F-2A1203CCC624}" destId="{ED578BC2-C696-41DC-B16C-46C33E4EE0F6}" srcOrd="0" destOrd="0" parTransId="{0D3C44F3-B8CC-4DA5-BB3A-92D12F83B74B}" sibTransId="{448FA0E1-B97A-4CAB-9060-C2C975D862C6}"/>
    <dgm:cxn modelId="{7249EAAC-5A58-463F-9BDF-372B267EF61A}" type="presOf" srcId="{448FA0E1-B97A-4CAB-9060-C2C975D862C6}" destId="{B47CBF33-D65D-4785-BCCE-C552BCEFA7B6}" srcOrd="1" destOrd="0" presId="urn:microsoft.com/office/officeart/2005/8/layout/process1"/>
    <dgm:cxn modelId="{4E8648AD-DDA3-49F8-A48B-9E0685898355}" srcId="{E5C15168-8010-47B7-934F-2A1203CCC624}" destId="{7252AA98-9E64-4912-9EC1-575F1A22EE0B}" srcOrd="1" destOrd="0" parTransId="{55137E60-7EF0-48AD-879F-9A93BFDF5CA8}" sibTransId="{257F886E-348D-4E26-8771-08580CF269D5}"/>
    <dgm:cxn modelId="{E5C300B9-B637-4B4E-B2F2-E9A82DF51874}" type="presOf" srcId="{E5C15168-8010-47B7-934F-2A1203CCC624}" destId="{80257982-9269-4BFA-AC54-54C68F5C1BD2}" srcOrd="0" destOrd="0" presId="urn:microsoft.com/office/officeart/2005/8/layout/process1"/>
    <dgm:cxn modelId="{A56A69BE-43A7-4D29-80BD-B8A6AF288590}" type="presOf" srcId="{5AF9786F-AD30-4DD3-BF6E-AF106AA3080E}" destId="{6B3C5A8C-0F49-4EC8-B24A-73B2F518D001}" srcOrd="0" destOrd="0" presId="urn:microsoft.com/office/officeart/2005/8/layout/process1"/>
    <dgm:cxn modelId="{3E671FC2-DB0E-42E4-B6F6-0A0726ECB5E9}" type="presOf" srcId="{8214A4C0-FFDD-45FD-9E6F-B9A93CFA1E43}" destId="{2B40FBA1-3030-42DD-B35C-F69C43F9EB10}" srcOrd="0" destOrd="0" presId="urn:microsoft.com/office/officeart/2005/8/layout/process1"/>
    <dgm:cxn modelId="{FA0E4CC3-0E2A-4FB3-A848-C12898AA293B}" srcId="{E5C15168-8010-47B7-934F-2A1203CCC624}" destId="{847C1085-D3C2-4E96-BE37-EEF8F944EE45}" srcOrd="6" destOrd="0" parTransId="{430D4936-9213-4913-9CDD-7CEA0025865C}" sibTransId="{B74B79D6-B28B-4324-BAB4-A12475144081}"/>
    <dgm:cxn modelId="{9ED1A6C7-390E-43B5-8FC0-717833CDC6D9}" type="presOf" srcId="{1A659DE1-E7C9-436E-A07D-F0CA3E2DA730}" destId="{E1229D9F-991D-46F0-92DB-F547A2972985}" srcOrd="0" destOrd="0" presId="urn:microsoft.com/office/officeart/2005/8/layout/process1"/>
    <dgm:cxn modelId="{97A470C8-25E7-4415-BC9E-2E0AAFF358DF}" type="presOf" srcId="{9A0AE6E1-21D9-4A3E-B7AE-D8F32AE37160}" destId="{8C00AD09-669F-467B-8781-916A3C6CB4EC}" srcOrd="1" destOrd="0" presId="urn:microsoft.com/office/officeart/2005/8/layout/process1"/>
    <dgm:cxn modelId="{312807CA-9C11-4164-86A3-3839DD9657C6}" type="presOf" srcId="{65AE2461-A75C-4BB0-A734-313CE8795BF9}" destId="{1ABC695D-749A-4207-9AA3-194D7509F30B}" srcOrd="0" destOrd="0" presId="urn:microsoft.com/office/officeart/2005/8/layout/process1"/>
    <dgm:cxn modelId="{7145E5DA-D6D4-48BE-AEC0-DF984FAE7B02}" type="presOf" srcId="{C7F4CD7C-1F36-4082-8618-5ED126AC95FC}" destId="{FE8DE21F-247B-4CB1-B765-DA970C1B3DEF}" srcOrd="1" destOrd="0" presId="urn:microsoft.com/office/officeart/2005/8/layout/process1"/>
    <dgm:cxn modelId="{450575DC-E6A7-4D69-B0B4-5F820EA5CC5C}" type="presOf" srcId="{65AE2461-A75C-4BB0-A734-313CE8795BF9}" destId="{40ADCF11-EDFD-42C2-849F-0440E7BF611D}" srcOrd="1" destOrd="0" presId="urn:microsoft.com/office/officeart/2005/8/layout/process1"/>
    <dgm:cxn modelId="{1832D6DD-686C-45B0-AF68-17E044569A68}" type="presOf" srcId="{D9A4E0D7-F12E-4914-AE46-704813BDC55B}" destId="{34E1FC09-2F3E-4610-94E3-88573C75829F}" srcOrd="0" destOrd="0" presId="urn:microsoft.com/office/officeart/2005/8/layout/process1"/>
    <dgm:cxn modelId="{BB98AFE2-2C9C-4735-AEAF-4073D96AACFF}" srcId="{E5C15168-8010-47B7-934F-2A1203CCC624}" destId="{1A659DE1-E7C9-436E-A07D-F0CA3E2DA730}" srcOrd="5" destOrd="0" parTransId="{A1E1E25F-2430-406D-8A34-C0D80249673F}" sibTransId="{65AE2461-A75C-4BB0-A734-313CE8795BF9}"/>
    <dgm:cxn modelId="{F6E5AEF9-215A-49C0-8912-BCFB6E1A737F}" type="presParOf" srcId="{80257982-9269-4BFA-AC54-54C68F5C1BD2}" destId="{F6090991-3DB9-4909-987D-EFCA9CDD1665}" srcOrd="0" destOrd="0" presId="urn:microsoft.com/office/officeart/2005/8/layout/process1"/>
    <dgm:cxn modelId="{EC404A3B-C271-4CB3-806F-430EEBD2FA33}" type="presParOf" srcId="{80257982-9269-4BFA-AC54-54C68F5C1BD2}" destId="{20FF5EA2-2017-4005-AF5C-3B2856FE1FED}" srcOrd="1" destOrd="0" presId="urn:microsoft.com/office/officeart/2005/8/layout/process1"/>
    <dgm:cxn modelId="{1753A9DB-09EC-448A-8F5F-E4F74F629FA2}" type="presParOf" srcId="{20FF5EA2-2017-4005-AF5C-3B2856FE1FED}" destId="{B47CBF33-D65D-4785-BCCE-C552BCEFA7B6}" srcOrd="0" destOrd="0" presId="urn:microsoft.com/office/officeart/2005/8/layout/process1"/>
    <dgm:cxn modelId="{E1CBE763-9EE9-4E6A-9A59-8788CABF51B0}" type="presParOf" srcId="{80257982-9269-4BFA-AC54-54C68F5C1BD2}" destId="{A714687F-4669-4E72-83C8-22FB7F17765E}" srcOrd="2" destOrd="0" presId="urn:microsoft.com/office/officeart/2005/8/layout/process1"/>
    <dgm:cxn modelId="{975EA554-354A-45F4-9F96-C4667C17561A}" type="presParOf" srcId="{80257982-9269-4BFA-AC54-54C68F5C1BD2}" destId="{A334437D-977B-4998-A368-9529B45EA1CB}" srcOrd="3" destOrd="0" presId="urn:microsoft.com/office/officeart/2005/8/layout/process1"/>
    <dgm:cxn modelId="{5DE68CE8-5799-41DB-81EC-E315A3F272CC}" type="presParOf" srcId="{A334437D-977B-4998-A368-9529B45EA1CB}" destId="{F2F9FCA8-4052-4880-81D4-F38736B299D8}" srcOrd="0" destOrd="0" presId="urn:microsoft.com/office/officeart/2005/8/layout/process1"/>
    <dgm:cxn modelId="{07448673-2ED1-489D-8A04-28FC8D26147F}" type="presParOf" srcId="{80257982-9269-4BFA-AC54-54C68F5C1BD2}" destId="{2B40FBA1-3030-42DD-B35C-F69C43F9EB10}" srcOrd="4" destOrd="0" presId="urn:microsoft.com/office/officeart/2005/8/layout/process1"/>
    <dgm:cxn modelId="{4E3F77FC-A5E2-4125-A928-EBF0C929B0B3}" type="presParOf" srcId="{80257982-9269-4BFA-AC54-54C68F5C1BD2}" destId="{DC81325E-488B-4F10-8B06-25DC40996438}" srcOrd="5" destOrd="0" presId="urn:microsoft.com/office/officeart/2005/8/layout/process1"/>
    <dgm:cxn modelId="{3FF96C65-891F-4DC1-8A36-58EEABBE7250}" type="presParOf" srcId="{DC81325E-488B-4F10-8B06-25DC40996438}" destId="{8C00AD09-669F-467B-8781-916A3C6CB4EC}" srcOrd="0" destOrd="0" presId="urn:microsoft.com/office/officeart/2005/8/layout/process1"/>
    <dgm:cxn modelId="{9ACF5430-7516-4169-868D-921A18828E33}" type="presParOf" srcId="{80257982-9269-4BFA-AC54-54C68F5C1BD2}" destId="{4B7F7FCC-0260-4644-BD26-53905E80D132}" srcOrd="6" destOrd="0" presId="urn:microsoft.com/office/officeart/2005/8/layout/process1"/>
    <dgm:cxn modelId="{E1D62CA2-32DA-471A-AC13-30838BCF573D}" type="presParOf" srcId="{80257982-9269-4BFA-AC54-54C68F5C1BD2}" destId="{A7A6853C-2D3D-4B59-A458-2B16AE93C885}" srcOrd="7" destOrd="0" presId="urn:microsoft.com/office/officeart/2005/8/layout/process1"/>
    <dgm:cxn modelId="{490060F7-145B-4A83-8A76-53EB08D5F5F8}" type="presParOf" srcId="{A7A6853C-2D3D-4B59-A458-2B16AE93C885}" destId="{FE8DE21F-247B-4CB1-B765-DA970C1B3DEF}" srcOrd="0" destOrd="0" presId="urn:microsoft.com/office/officeart/2005/8/layout/process1"/>
    <dgm:cxn modelId="{09F27449-3953-42F8-BE08-E209191A50F9}" type="presParOf" srcId="{80257982-9269-4BFA-AC54-54C68F5C1BD2}" destId="{34E1FC09-2F3E-4610-94E3-88573C75829F}" srcOrd="8" destOrd="0" presId="urn:microsoft.com/office/officeart/2005/8/layout/process1"/>
    <dgm:cxn modelId="{AEC16E91-3C37-4F8B-B190-C6F4E80C8984}" type="presParOf" srcId="{80257982-9269-4BFA-AC54-54C68F5C1BD2}" destId="{6B3C5A8C-0F49-4EC8-B24A-73B2F518D001}" srcOrd="9" destOrd="0" presId="urn:microsoft.com/office/officeart/2005/8/layout/process1"/>
    <dgm:cxn modelId="{2E295DF8-FA74-4F10-8C8D-DA9DC2F0210A}" type="presParOf" srcId="{6B3C5A8C-0F49-4EC8-B24A-73B2F518D001}" destId="{03BE5BD0-FB05-4F1B-8F76-932885478A00}" srcOrd="0" destOrd="0" presId="urn:microsoft.com/office/officeart/2005/8/layout/process1"/>
    <dgm:cxn modelId="{AB9E4E0E-7631-452B-951A-473D23A0C2B6}" type="presParOf" srcId="{80257982-9269-4BFA-AC54-54C68F5C1BD2}" destId="{E1229D9F-991D-46F0-92DB-F547A2972985}" srcOrd="10" destOrd="0" presId="urn:microsoft.com/office/officeart/2005/8/layout/process1"/>
    <dgm:cxn modelId="{292BEFBA-8CAA-481B-8CC9-F9DCF1BBAD59}" type="presParOf" srcId="{80257982-9269-4BFA-AC54-54C68F5C1BD2}" destId="{1ABC695D-749A-4207-9AA3-194D7509F30B}" srcOrd="11" destOrd="0" presId="urn:microsoft.com/office/officeart/2005/8/layout/process1"/>
    <dgm:cxn modelId="{35FD9FD7-5E48-43E7-8D81-F2997DB41E01}" type="presParOf" srcId="{1ABC695D-749A-4207-9AA3-194D7509F30B}" destId="{40ADCF11-EDFD-42C2-849F-0440E7BF611D}" srcOrd="0" destOrd="0" presId="urn:microsoft.com/office/officeart/2005/8/layout/process1"/>
    <dgm:cxn modelId="{9F8367EB-2D54-4D38-A0E9-D680AA39325C}" type="presParOf" srcId="{80257982-9269-4BFA-AC54-54C68F5C1BD2}" destId="{A5588BCD-CF0E-4A81-9EA4-5BC18020B915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090991-3DB9-4909-987D-EFCA9CDD1665}">
      <dsp:nvSpPr>
        <dsp:cNvPr id="0" name=""/>
        <dsp:cNvSpPr/>
      </dsp:nvSpPr>
      <dsp:spPr>
        <a:xfrm>
          <a:off x="2044" y="622880"/>
          <a:ext cx="774174" cy="4645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User</a:t>
          </a:r>
        </a:p>
      </dsp:txBody>
      <dsp:txXfrm>
        <a:off x="15649" y="636485"/>
        <a:ext cx="746964" cy="437294"/>
      </dsp:txXfrm>
    </dsp:sp>
    <dsp:sp modelId="{20FF5EA2-2017-4005-AF5C-3B2856FE1FED}">
      <dsp:nvSpPr>
        <dsp:cNvPr id="0" name=""/>
        <dsp:cNvSpPr/>
      </dsp:nvSpPr>
      <dsp:spPr>
        <a:xfrm>
          <a:off x="853636" y="759134"/>
          <a:ext cx="164125" cy="191995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853636" y="797533"/>
        <a:ext cx="114888" cy="115197"/>
      </dsp:txXfrm>
    </dsp:sp>
    <dsp:sp modelId="{A714687F-4669-4E72-83C8-22FB7F17765E}">
      <dsp:nvSpPr>
        <dsp:cNvPr id="0" name=""/>
        <dsp:cNvSpPr/>
      </dsp:nvSpPr>
      <dsp:spPr>
        <a:xfrm>
          <a:off x="1085889" y="622880"/>
          <a:ext cx="774174" cy="4645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FNOL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Agent</a:t>
          </a:r>
        </a:p>
      </dsp:txBody>
      <dsp:txXfrm>
        <a:off x="1099494" y="636485"/>
        <a:ext cx="746964" cy="437294"/>
      </dsp:txXfrm>
    </dsp:sp>
    <dsp:sp modelId="{A334437D-977B-4998-A368-9529B45EA1CB}">
      <dsp:nvSpPr>
        <dsp:cNvPr id="0" name=""/>
        <dsp:cNvSpPr/>
      </dsp:nvSpPr>
      <dsp:spPr>
        <a:xfrm>
          <a:off x="1937481" y="759134"/>
          <a:ext cx="164125" cy="191995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1937481" y="797533"/>
        <a:ext cx="114888" cy="115197"/>
      </dsp:txXfrm>
    </dsp:sp>
    <dsp:sp modelId="{2B40FBA1-3030-42DD-B35C-F69C43F9EB10}">
      <dsp:nvSpPr>
        <dsp:cNvPr id="0" name=""/>
        <dsp:cNvSpPr/>
      </dsp:nvSpPr>
      <dsp:spPr>
        <a:xfrm>
          <a:off x="2169734" y="622880"/>
          <a:ext cx="774174" cy="4645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Validation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Agent</a:t>
          </a:r>
        </a:p>
      </dsp:txBody>
      <dsp:txXfrm>
        <a:off x="2183339" y="636485"/>
        <a:ext cx="746964" cy="437294"/>
      </dsp:txXfrm>
    </dsp:sp>
    <dsp:sp modelId="{DC81325E-488B-4F10-8B06-25DC40996438}">
      <dsp:nvSpPr>
        <dsp:cNvPr id="0" name=""/>
        <dsp:cNvSpPr/>
      </dsp:nvSpPr>
      <dsp:spPr>
        <a:xfrm>
          <a:off x="3021326" y="759134"/>
          <a:ext cx="164125" cy="191995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3021326" y="797533"/>
        <a:ext cx="114888" cy="115197"/>
      </dsp:txXfrm>
    </dsp:sp>
    <dsp:sp modelId="{4B7F7FCC-0260-4644-BD26-53905E80D132}">
      <dsp:nvSpPr>
        <dsp:cNvPr id="0" name=""/>
        <dsp:cNvSpPr/>
      </dsp:nvSpPr>
      <dsp:spPr>
        <a:xfrm>
          <a:off x="3253579" y="622880"/>
          <a:ext cx="774174" cy="4645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Adjuster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Agent</a:t>
          </a:r>
        </a:p>
      </dsp:txBody>
      <dsp:txXfrm>
        <a:off x="3267184" y="636485"/>
        <a:ext cx="746964" cy="437294"/>
      </dsp:txXfrm>
    </dsp:sp>
    <dsp:sp modelId="{A7A6853C-2D3D-4B59-A458-2B16AE93C885}">
      <dsp:nvSpPr>
        <dsp:cNvPr id="0" name=""/>
        <dsp:cNvSpPr/>
      </dsp:nvSpPr>
      <dsp:spPr>
        <a:xfrm>
          <a:off x="4105171" y="759134"/>
          <a:ext cx="164125" cy="191995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4105171" y="797533"/>
        <a:ext cx="114888" cy="115197"/>
      </dsp:txXfrm>
    </dsp:sp>
    <dsp:sp modelId="{34E1FC09-2F3E-4610-94E3-88573C75829F}">
      <dsp:nvSpPr>
        <dsp:cNvPr id="0" name=""/>
        <dsp:cNvSpPr/>
      </dsp:nvSpPr>
      <dsp:spPr>
        <a:xfrm>
          <a:off x="4337423" y="622880"/>
          <a:ext cx="774174" cy="4645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Processing Agent</a:t>
          </a:r>
        </a:p>
      </dsp:txBody>
      <dsp:txXfrm>
        <a:off x="4351028" y="636485"/>
        <a:ext cx="746964" cy="437294"/>
      </dsp:txXfrm>
    </dsp:sp>
    <dsp:sp modelId="{6B3C5A8C-0F49-4EC8-B24A-73B2F518D001}">
      <dsp:nvSpPr>
        <dsp:cNvPr id="0" name=""/>
        <dsp:cNvSpPr/>
      </dsp:nvSpPr>
      <dsp:spPr>
        <a:xfrm>
          <a:off x="5189016" y="759134"/>
          <a:ext cx="164125" cy="191995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5189016" y="797533"/>
        <a:ext cx="114888" cy="115197"/>
      </dsp:txXfrm>
    </dsp:sp>
    <dsp:sp modelId="{E1229D9F-991D-46F0-92DB-F547A2972985}">
      <dsp:nvSpPr>
        <dsp:cNvPr id="0" name=""/>
        <dsp:cNvSpPr/>
      </dsp:nvSpPr>
      <dsp:spPr>
        <a:xfrm>
          <a:off x="5421268" y="622880"/>
          <a:ext cx="774174" cy="4645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Reporting Agent</a:t>
          </a:r>
        </a:p>
      </dsp:txBody>
      <dsp:txXfrm>
        <a:off x="5434873" y="636485"/>
        <a:ext cx="746964" cy="437294"/>
      </dsp:txXfrm>
    </dsp:sp>
    <dsp:sp modelId="{1ABC695D-749A-4207-9AA3-194D7509F30B}">
      <dsp:nvSpPr>
        <dsp:cNvPr id="0" name=""/>
        <dsp:cNvSpPr/>
      </dsp:nvSpPr>
      <dsp:spPr>
        <a:xfrm>
          <a:off x="6272861" y="759134"/>
          <a:ext cx="164125" cy="191995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6272861" y="797533"/>
        <a:ext cx="114888" cy="115197"/>
      </dsp:txXfrm>
    </dsp:sp>
    <dsp:sp modelId="{A5588BCD-CF0E-4A81-9EA4-5BC18020B915}">
      <dsp:nvSpPr>
        <dsp:cNvPr id="0" name=""/>
        <dsp:cNvSpPr/>
      </dsp:nvSpPr>
      <dsp:spPr>
        <a:xfrm>
          <a:off x="6505113" y="622880"/>
          <a:ext cx="774174" cy="4645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Dashboards</a:t>
          </a:r>
        </a:p>
      </dsp:txBody>
      <dsp:txXfrm>
        <a:off x="6518718" y="636485"/>
        <a:ext cx="746964" cy="4372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 w="19050">
            <a:solidFill>
              <a:srgbClr val="00B0F0"/>
            </a:solidFill>
          </a:ln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AI Agent-Based</a:t>
            </a:r>
            <a:br>
              <a:rPr lang="en-US" dirty="0">
                <a:solidFill>
                  <a:srgbClr val="0070C0"/>
                </a:solidFill>
              </a:rPr>
            </a:br>
            <a:r>
              <a:rPr dirty="0">
                <a:solidFill>
                  <a:srgbClr val="0070C0"/>
                </a:solidFill>
              </a:rPr>
              <a:t>Claims </a:t>
            </a:r>
            <a:r>
              <a:rPr lang="en-US" dirty="0">
                <a:solidFill>
                  <a:srgbClr val="0070C0"/>
                </a:solidFill>
              </a:rPr>
              <a:t>Processing System</a:t>
            </a:r>
            <a:r>
              <a:rPr dirty="0">
                <a:solidFill>
                  <a:srgbClr val="0070C0"/>
                </a:solidFill>
              </a:rPr>
              <a:t> Prototype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dirty="0">
                <a:solidFill>
                  <a:srgbClr val="0070C0"/>
                </a:solidFill>
              </a:rPr>
              <a:t>Journey</a:t>
            </a:r>
            <a:r>
              <a:rPr lang="en-US" sz="2400" dirty="0">
                <a:solidFill>
                  <a:srgbClr val="0070C0"/>
                </a:solidFill>
              </a:rPr>
              <a:t>,</a:t>
            </a:r>
            <a:r>
              <a:rPr sz="2400" dirty="0">
                <a:solidFill>
                  <a:srgbClr val="0070C0"/>
                </a:solidFill>
              </a:rPr>
              <a:t> Prompt Evolution</a:t>
            </a:r>
            <a:r>
              <a:rPr lang="en-US" sz="2400" dirty="0">
                <a:solidFill>
                  <a:srgbClr val="0070C0"/>
                </a:solidFill>
              </a:rPr>
              <a:t> and Architecture</a:t>
            </a:r>
          </a:p>
          <a:p>
            <a:r>
              <a:rPr lang="en-US" sz="1200" dirty="0">
                <a:solidFill>
                  <a:srgbClr val="0070C0"/>
                </a:solidFill>
              </a:rPr>
              <a:t>Yashodhan Dhore</a:t>
            </a:r>
            <a:endParaRPr sz="1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28575">
            <a:solidFill>
              <a:srgbClr val="00B0F0"/>
            </a:solidFill>
          </a:ln>
        </p:spPr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1. Business Problem and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1.1 Business Problem</a:t>
            </a:r>
          </a:p>
          <a:p>
            <a:pPr lvl="1"/>
            <a:r>
              <a:rPr sz="1900" dirty="0">
                <a:solidFill>
                  <a:srgbClr val="0070C0"/>
                </a:solidFill>
              </a:rPr>
              <a:t>User Prompt Summary: 'What is a</a:t>
            </a:r>
            <a:r>
              <a:rPr lang="en-US" sz="1900" dirty="0">
                <a:solidFill>
                  <a:srgbClr val="0070C0"/>
                </a:solidFill>
              </a:rPr>
              <a:t>n end-to-end</a:t>
            </a:r>
            <a:r>
              <a:rPr sz="1900" dirty="0">
                <a:solidFill>
                  <a:srgbClr val="0070C0"/>
                </a:solidFill>
              </a:rPr>
              <a:t> claims </a:t>
            </a:r>
            <a:r>
              <a:rPr lang="en-US" sz="1900" dirty="0">
                <a:solidFill>
                  <a:srgbClr val="0070C0"/>
                </a:solidFill>
              </a:rPr>
              <a:t>processing </a:t>
            </a:r>
            <a:r>
              <a:rPr sz="1900" dirty="0">
                <a:solidFill>
                  <a:srgbClr val="0070C0"/>
                </a:solidFill>
              </a:rPr>
              <a:t>system for an insurance company?'</a:t>
            </a:r>
          </a:p>
          <a:p>
            <a:r>
              <a:rPr dirty="0"/>
              <a:t>1.2 Vision for Agentic Claims Processing</a:t>
            </a:r>
          </a:p>
          <a:p>
            <a:pPr lvl="1"/>
            <a:r>
              <a:rPr sz="1900" dirty="0">
                <a:solidFill>
                  <a:srgbClr val="0070C0"/>
                </a:solidFill>
              </a:rPr>
              <a:t>User Prompt Summary: 'I want to build each step as an </a:t>
            </a:r>
            <a:r>
              <a:rPr lang="en-US" sz="1900" dirty="0">
                <a:solidFill>
                  <a:srgbClr val="0070C0"/>
                </a:solidFill>
              </a:rPr>
              <a:t>agent,</a:t>
            </a:r>
            <a:r>
              <a:rPr sz="1900" dirty="0">
                <a:solidFill>
                  <a:srgbClr val="0070C0"/>
                </a:solidFill>
              </a:rPr>
              <a:t> so the FNOL moves through intake, validation, adjuster review, processing, and reporting.'</a:t>
            </a:r>
          </a:p>
          <a:p>
            <a:r>
              <a:rPr dirty="0"/>
              <a:t>1.3 High-Level Architecture</a:t>
            </a:r>
          </a:p>
          <a:p>
            <a:pPr lvl="1"/>
            <a:r>
              <a:rPr sz="1900" dirty="0">
                <a:solidFill>
                  <a:srgbClr val="0070C0"/>
                </a:solidFill>
              </a:rPr>
              <a:t>User Prompt Summary: 'Can we simplify this using Python, CSV files, GitHub, and Streamlit because I need to build this in less than 24 hours?'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rgbClr val="0070C0"/>
                </a:solidFill>
              </a:rPr>
              <a:t>2. Rapid Prototype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2.1 Synthetic Data Design</a:t>
            </a:r>
          </a:p>
          <a:p>
            <a:pPr lvl="1"/>
            <a:r>
              <a:rPr sz="1900" dirty="0">
                <a:solidFill>
                  <a:srgbClr val="0070C0"/>
                </a:solidFill>
              </a:rPr>
              <a:t>User Prompt Summary: 'Create synthetic data files with at least 100 records including USA, UK, and Australia.'</a:t>
            </a:r>
          </a:p>
          <a:p>
            <a:r>
              <a:rPr dirty="0"/>
              <a:t>2.2 CSV Data Model and Relationships</a:t>
            </a:r>
          </a:p>
          <a:p>
            <a:pPr lvl="1"/>
            <a:r>
              <a:rPr sz="1900" dirty="0">
                <a:solidFill>
                  <a:srgbClr val="0070C0"/>
                </a:solidFill>
              </a:rPr>
              <a:t>User Prompt Summary: 'Walk me through these tables and explain what each CSV file does and how they relate.'</a:t>
            </a:r>
          </a:p>
          <a:p>
            <a:r>
              <a:rPr dirty="0"/>
              <a:t>2.3 Python Data Store Layer</a:t>
            </a:r>
          </a:p>
          <a:p>
            <a:pPr lvl="1"/>
            <a:r>
              <a:rPr sz="1900" dirty="0">
                <a:solidFill>
                  <a:srgbClr val="0070C0"/>
                </a:solidFill>
              </a:rPr>
              <a:t>User Prompt Summary: 'Give me data_store.py full downloadable code.'</a:t>
            </a:r>
          </a:p>
          <a:p>
            <a:r>
              <a:rPr dirty="0"/>
              <a:t>2.4 Agent Design</a:t>
            </a:r>
          </a:p>
          <a:p>
            <a:pPr lvl="1"/>
            <a:r>
              <a:rPr sz="1900" dirty="0">
                <a:solidFill>
                  <a:srgbClr val="0070C0"/>
                </a:solidFill>
              </a:rPr>
              <a:t>User Prompt Summary: 'I want Intake, Validation, Adjuster, Processing, and Reporting agents.'</a:t>
            </a:r>
          </a:p>
          <a:p>
            <a:r>
              <a:rPr dirty="0"/>
              <a:t>2.5 Agent Orchestration</a:t>
            </a:r>
          </a:p>
          <a:p>
            <a:pPr lvl="1"/>
            <a:r>
              <a:rPr sz="1900" dirty="0">
                <a:solidFill>
                  <a:srgbClr val="0070C0"/>
                </a:solidFill>
              </a:rPr>
              <a:t>User Prompt Summary: 'I want the request to move from one agent to another with visible workflow steps.'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rgbClr val="0070C0"/>
                </a:solidFill>
              </a:rPr>
              <a:t>3. Workflow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3.1 FNOL Intake Screen</a:t>
            </a:r>
          </a:p>
          <a:p>
            <a:pPr lvl="1"/>
            <a:r>
              <a:rPr sz="2900" dirty="0">
                <a:solidFill>
                  <a:srgbClr val="0070C0"/>
                </a:solidFill>
              </a:rPr>
              <a:t>User Prompt Summary: 'I should be able to enter an FNOL on one of the screens.'</a:t>
            </a:r>
          </a:p>
          <a:p>
            <a:r>
              <a:rPr dirty="0"/>
              <a:t>3.2 Policy Verification Logic</a:t>
            </a:r>
          </a:p>
          <a:p>
            <a:pPr lvl="1"/>
            <a:r>
              <a:rPr sz="2900" dirty="0">
                <a:solidFill>
                  <a:srgbClr val="0070C0"/>
                </a:solidFill>
              </a:rPr>
              <a:t>User Prompt Summary: 'The next agent should check backend policy and coverage data.'</a:t>
            </a:r>
          </a:p>
          <a:p>
            <a:r>
              <a:rPr dirty="0"/>
              <a:t>3.3 Adjuster Assignment and Risk Scoring</a:t>
            </a:r>
          </a:p>
          <a:p>
            <a:pPr lvl="1"/>
            <a:r>
              <a:rPr sz="2900" dirty="0">
                <a:solidFill>
                  <a:srgbClr val="0070C0"/>
                </a:solidFill>
              </a:rPr>
              <a:t>User Prompt Summary: 'The third agent should act as an adjuster and evaluate the claim.'</a:t>
            </a:r>
          </a:p>
          <a:p>
            <a:r>
              <a:rPr dirty="0"/>
              <a:t>3.4 Claim Processing and Decision Explanation</a:t>
            </a:r>
          </a:p>
          <a:p>
            <a:pPr lvl="1"/>
            <a:r>
              <a:rPr sz="2900" dirty="0">
                <a:solidFill>
                  <a:srgbClr val="0070C0"/>
                </a:solidFill>
              </a:rPr>
              <a:t>User Prompt Summary: 'Show why a claim was approved, denied, or escalated with detailed explanations.'</a:t>
            </a:r>
          </a:p>
          <a:p>
            <a:r>
              <a:rPr dirty="0"/>
              <a:t>3.5 Agent Events and Audit Trail</a:t>
            </a:r>
          </a:p>
          <a:p>
            <a:pPr lvl="1"/>
            <a:r>
              <a:rPr sz="2900" dirty="0">
                <a:solidFill>
                  <a:srgbClr val="0070C0"/>
                </a:solidFill>
              </a:rPr>
              <a:t>User Prompt Summary: 'Show that the request came in and moved through the workflow step by step.'</a:t>
            </a:r>
          </a:p>
          <a:p>
            <a:r>
              <a:rPr dirty="0"/>
              <a:t>3.6 Agent Command Center</a:t>
            </a:r>
          </a:p>
          <a:p>
            <a:pPr lvl="1"/>
            <a:r>
              <a:rPr sz="2900" dirty="0">
                <a:solidFill>
                  <a:srgbClr val="0070C0"/>
                </a:solidFill>
              </a:rPr>
              <a:t>User Prompt Summary: 'Create an Agent Command Center showing what each agent does and the timeline of decisions.'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rgbClr val="0070C0"/>
                </a:solidFill>
              </a:rPr>
              <a:t>4. Business Visibility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4.1 Operational Dashboards</a:t>
            </a:r>
          </a:p>
          <a:p>
            <a:pPr lvl="1">
              <a:lnSpc>
                <a:spcPct val="80000"/>
              </a:lnSpc>
            </a:pPr>
            <a:r>
              <a:rPr sz="1600" dirty="0">
                <a:solidFill>
                  <a:srgbClr val="0070C0"/>
                </a:solidFill>
              </a:rPr>
              <a:t>User Prompt Summary: 'Show claims by status, country, fraud risk, severity, and paid amount.'</a:t>
            </a:r>
          </a:p>
          <a:p>
            <a:r>
              <a:rPr dirty="0"/>
              <a:t>4.2 Executive Insights</a:t>
            </a:r>
          </a:p>
          <a:p>
            <a:pPr lvl="1">
              <a:lnSpc>
                <a:spcPct val="80000"/>
              </a:lnSpc>
            </a:pPr>
            <a:r>
              <a:rPr sz="1600" dirty="0">
                <a:solidFill>
                  <a:srgbClr val="0070C0"/>
                </a:solidFill>
              </a:rPr>
              <a:t>User Prompt Summary: 'Executives need ROI, financial reports, open claims, exposure, and business insights.'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>
                <a:solidFill>
                  <a:srgbClr val="0070C0"/>
                </a:solidFill>
              </a:rPr>
              <a:t>5. Deployment and Enterprise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5.1 GitHub Repository and Version Control</a:t>
            </a:r>
          </a:p>
          <a:p>
            <a:pPr lvl="1">
              <a:lnSpc>
                <a:spcPct val="80000"/>
              </a:lnSpc>
            </a:pPr>
            <a:r>
              <a:rPr sz="1600" dirty="0">
                <a:solidFill>
                  <a:srgbClr val="0070C0"/>
                </a:solidFill>
              </a:rPr>
              <a:t>User Prompt Summary: 'How do I move this to </a:t>
            </a:r>
            <a:r>
              <a:rPr lang="en-US" sz="1600" dirty="0">
                <a:solidFill>
                  <a:srgbClr val="0070C0"/>
                </a:solidFill>
              </a:rPr>
              <a:t>GitHub,</a:t>
            </a:r>
            <a:r>
              <a:rPr sz="1600" dirty="0">
                <a:solidFill>
                  <a:srgbClr val="0070C0"/>
                </a:solidFill>
              </a:rPr>
              <a:t> and which files should I move?'</a:t>
            </a:r>
          </a:p>
          <a:p>
            <a:r>
              <a:rPr dirty="0"/>
              <a:t>5.2 Streamlit Cloud Deployment</a:t>
            </a:r>
          </a:p>
          <a:p>
            <a:pPr lvl="1">
              <a:lnSpc>
                <a:spcPct val="80000"/>
              </a:lnSpc>
            </a:pPr>
            <a:r>
              <a:rPr sz="1500" dirty="0">
                <a:solidFill>
                  <a:srgbClr val="0070C0"/>
                </a:solidFill>
              </a:rPr>
              <a:t>User Prompt Summary: 'Now I am going to connect my app.py to Streamlit.</a:t>
            </a:r>
            <a:r>
              <a:rPr lang="en-US" sz="1500" dirty="0">
                <a:solidFill>
                  <a:srgbClr val="0070C0"/>
                </a:solidFill>
              </a:rPr>
              <a:t> Walk me through the steps.</a:t>
            </a:r>
            <a:r>
              <a:rPr sz="1500" dirty="0">
                <a:solidFill>
                  <a:srgbClr val="0070C0"/>
                </a:solidFill>
              </a:rPr>
              <a:t>'</a:t>
            </a:r>
          </a:p>
          <a:p>
            <a:r>
              <a:rPr dirty="0"/>
              <a:t>5.</a:t>
            </a:r>
            <a:r>
              <a:rPr lang="en-US" dirty="0"/>
              <a:t>3</a:t>
            </a:r>
            <a:r>
              <a:rPr dirty="0"/>
              <a:t> Final Outcome and Next Steps</a:t>
            </a:r>
          </a:p>
          <a:p>
            <a:pPr lvl="1"/>
            <a:r>
              <a:rPr sz="1500" dirty="0">
                <a:solidFill>
                  <a:srgbClr val="0070C0"/>
                </a:solidFill>
              </a:rPr>
              <a:t>User Prompt Summary: </a:t>
            </a:r>
            <a:r>
              <a:rPr lang="en-US" sz="1500" dirty="0">
                <a:solidFill>
                  <a:srgbClr val="0070C0"/>
                </a:solidFill>
              </a:rPr>
              <a:t>Act as a critic and check the outcome. See if we are missing any steps. Suggest next steps.</a:t>
            </a:r>
            <a:r>
              <a:rPr sz="1500" dirty="0">
                <a:solidFill>
                  <a:srgbClr val="0070C0"/>
                </a:solidFill>
              </a:rPr>
              <a:t>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95172-3F2D-10E3-8E4E-BD5071F8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6B48-BF40-0462-22A3-7CC498F3F070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Prototype Outcomes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595E1-7A2F-6561-3248-8C8B4652F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Built end-to-end prototype in less than 24 hours</a:t>
            </a:r>
            <a:endParaRPr dirty="0"/>
          </a:p>
          <a:p>
            <a:r>
              <a:rPr lang="en-US" dirty="0"/>
              <a:t>Demonstrated explainable AI-style claim orchestration</a:t>
            </a:r>
            <a:endParaRPr sz="1500" dirty="0">
              <a:solidFill>
                <a:srgbClr val="0070C0"/>
              </a:solidFill>
            </a:endParaRPr>
          </a:p>
          <a:p>
            <a:r>
              <a:rPr lang="en-US" dirty="0"/>
              <a:t>Created operational audit trail and workflow visibility</a:t>
            </a:r>
          </a:p>
          <a:p>
            <a:r>
              <a:rPr lang="en-US" dirty="0"/>
              <a:t>Established migration roadmap into Microsoft ecosystem (TBD)</a:t>
            </a:r>
          </a:p>
          <a:p>
            <a:r>
              <a:rPr lang="en-US" dirty="0"/>
              <a:t>Enabled future transition into Copilot Studio and Power Platform (TBD)</a:t>
            </a:r>
          </a:p>
        </p:txBody>
      </p:sp>
    </p:spTree>
    <p:extLst>
      <p:ext uri="{BB962C8B-B14F-4D97-AF65-F5344CB8AC3E}">
        <p14:creationId xmlns:p14="http://schemas.microsoft.com/office/powerpoint/2010/main" val="705402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A4299-AD01-1918-8843-6670F23E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69AB7-CA5F-CA1B-B168-2C93720793A0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Architectural Visual</a:t>
            </a:r>
            <a:endParaRPr dirty="0">
              <a:solidFill>
                <a:srgbClr val="0070C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05B0D36-704A-7B24-4531-F6182C92BC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1033171"/>
              </p:ext>
            </p:extLst>
          </p:nvPr>
        </p:nvGraphicFramePr>
        <p:xfrm>
          <a:off x="626532" y="1659468"/>
          <a:ext cx="7281333" cy="1710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2DD097-542C-E334-C0C6-D8E86AA2189A}"/>
              </a:ext>
            </a:extLst>
          </p:cNvPr>
          <p:cNvSpPr txBox="1"/>
          <p:nvPr/>
        </p:nvSpPr>
        <p:spPr>
          <a:xfrm>
            <a:off x="897467" y="3615267"/>
            <a:ext cx="2506133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Current Prototype</a:t>
            </a:r>
          </a:p>
          <a:p>
            <a:br>
              <a:rPr lang="en-US" dirty="0"/>
            </a:br>
            <a:r>
              <a:rPr lang="en-US" dirty="0"/>
              <a:t>- Streamlit</a:t>
            </a:r>
            <a:br>
              <a:rPr lang="en-US" dirty="0"/>
            </a:br>
            <a:r>
              <a:rPr lang="en-US" dirty="0"/>
              <a:t>- Python</a:t>
            </a:r>
            <a:br>
              <a:rPr lang="en-US" dirty="0"/>
            </a:br>
            <a:r>
              <a:rPr lang="en-US" dirty="0"/>
              <a:t>- CSV Files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932AD-6B0E-E278-9D18-8C0F4B256EA0}"/>
              </a:ext>
            </a:extLst>
          </p:cNvPr>
          <p:cNvSpPr txBox="1"/>
          <p:nvPr/>
        </p:nvSpPr>
        <p:spPr>
          <a:xfrm>
            <a:off x="4800600" y="3615267"/>
            <a:ext cx="2506133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Suggested Future Enterprise State</a:t>
            </a:r>
            <a:br>
              <a:rPr lang="en-US" dirty="0"/>
            </a:br>
            <a:r>
              <a:rPr lang="en-US" dirty="0"/>
              <a:t>-    Copilot Studio</a:t>
            </a:r>
          </a:p>
          <a:p>
            <a:pPr marL="285750" indent="-285750">
              <a:buFontTx/>
              <a:buChar char="-"/>
            </a:pPr>
            <a:r>
              <a:rPr lang="en-US" dirty="0"/>
              <a:t>Power Automate</a:t>
            </a:r>
          </a:p>
          <a:p>
            <a:pPr marL="285750" indent="-285750">
              <a:buFontTx/>
              <a:buChar char="-"/>
            </a:pPr>
            <a:r>
              <a:rPr lang="en-US" dirty="0"/>
              <a:t>Enterprise Dataverse</a:t>
            </a:r>
          </a:p>
          <a:p>
            <a:pPr marL="285750" indent="-285750">
              <a:buFontTx/>
              <a:buChar char="-"/>
            </a:pPr>
            <a:r>
              <a:rPr lang="en-US" dirty="0"/>
              <a:t>Power BI</a:t>
            </a:r>
          </a:p>
          <a:p>
            <a:pPr marL="285750" indent="-285750">
              <a:buFontTx/>
              <a:buChar char="-"/>
            </a:pPr>
            <a:r>
              <a:rPr lang="en-US" dirty="0"/>
              <a:t>Enterprise APIs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A3CF34-DA3B-BDE4-94F3-C6B023A5A0BD}"/>
              </a:ext>
            </a:extLst>
          </p:cNvPr>
          <p:cNvGrpSpPr/>
          <p:nvPr/>
        </p:nvGrpSpPr>
        <p:grpSpPr>
          <a:xfrm>
            <a:off x="4014762" y="4534931"/>
            <a:ext cx="164125" cy="191995"/>
            <a:chOff x="3021326" y="759134"/>
            <a:chExt cx="164125" cy="191995"/>
          </a:xfrm>
        </p:grpSpPr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27FF2469-D42D-EAFC-FA24-05A74944B027}"/>
                </a:ext>
              </a:extLst>
            </p:cNvPr>
            <p:cNvSpPr/>
            <p:nvPr/>
          </p:nvSpPr>
          <p:spPr>
            <a:xfrm>
              <a:off x="3021326" y="759134"/>
              <a:ext cx="164125" cy="19199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00B0F0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8" name="Arrow: Right 4">
              <a:extLst>
                <a:ext uri="{FF2B5EF4-FFF2-40B4-BE49-F238E27FC236}">
                  <a16:creationId xmlns:a16="http://schemas.microsoft.com/office/drawing/2014/main" id="{136AF766-5DA3-5115-D3FD-412DD69F5F29}"/>
                </a:ext>
              </a:extLst>
            </p:cNvPr>
            <p:cNvSpPr txBox="1"/>
            <p:nvPr/>
          </p:nvSpPr>
          <p:spPr>
            <a:xfrm>
              <a:off x="3021326" y="797533"/>
              <a:ext cx="114888" cy="1151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81114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9949-6588-A4BF-F7AD-2996F5D7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967A8-2C35-0140-C861-B18EC1AC9CC0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Possible Business Outcomes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164DB-707D-90D5-7343-82CFB1AD2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Explainable claim decisioning</a:t>
            </a:r>
          </a:p>
          <a:p>
            <a:r>
              <a:rPr lang="en-US" dirty="0"/>
              <a:t>Foundation for AI-assisted claims operations</a:t>
            </a:r>
          </a:p>
          <a:p>
            <a:r>
              <a:rPr lang="en-US" dirty="0"/>
              <a:t>Demonstrates “Art of Possible”</a:t>
            </a:r>
          </a:p>
          <a:p>
            <a:r>
              <a:rPr lang="en-US" dirty="0"/>
              <a:t>Build confidence and trust among team members</a:t>
            </a:r>
          </a:p>
        </p:txBody>
      </p:sp>
    </p:spTree>
    <p:extLst>
      <p:ext uri="{BB962C8B-B14F-4D97-AF65-F5344CB8AC3E}">
        <p14:creationId xmlns:p14="http://schemas.microsoft.com/office/powerpoint/2010/main" val="4152344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601F8-ACFE-962C-D96D-CFD77FC0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A280-BDF3-0ECA-EF82-5C219DC6B116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Appendix A - Proof Of Concept Visual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D5384-B4BE-55D9-8D29-CF236F30D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2" y="1707881"/>
            <a:ext cx="4318000" cy="4539109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899ED6-D3EF-F03E-4662-8B23D7B20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" y="1707881"/>
            <a:ext cx="4428067" cy="4539110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262350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3413-9D49-B89B-133A-77E9EB3D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AD34-9117-B31B-B968-C9CDCC204E0D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28575"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Appendix A - Proof Of Concept Visual Continued…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42612-1D9D-9413-0B46-BF8583B11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1745199"/>
            <a:ext cx="4529667" cy="4712336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073E94-1694-2BA4-7F12-AACE6D1FB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737798"/>
            <a:ext cx="4199468" cy="4712336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986935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643</Words>
  <Application>Microsoft Office PowerPoint</Application>
  <PresentationFormat>On-screen Show (4:3)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 Agent-Based Claims Processing System Prototype</vt:lpstr>
      <vt:lpstr>1. Business Problem and Vision</vt:lpstr>
      <vt:lpstr>2. Rapid Prototype Design</vt:lpstr>
      <vt:lpstr>3. Workflow Implementation</vt:lpstr>
      <vt:lpstr>4. Business Visibility and Insights</vt:lpstr>
      <vt:lpstr>5. Deployment and Enterprise Roadmap</vt:lpstr>
      <vt:lpstr>Prototype Outcomes</vt:lpstr>
      <vt:lpstr>Architectural Visual</vt:lpstr>
      <vt:lpstr>Possible Business Outcomes</vt:lpstr>
      <vt:lpstr>Appendix A - Proof Of Concept Visual</vt:lpstr>
      <vt:lpstr>Appendix A - Proof Of Concept Visual Continued…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Yashodhan Dhore</cp:lastModifiedBy>
  <cp:revision>1</cp:revision>
  <dcterms:created xsi:type="dcterms:W3CDTF">2013-01-27T09:14:16Z</dcterms:created>
  <dcterms:modified xsi:type="dcterms:W3CDTF">2026-05-07T15:15:27Z</dcterms:modified>
  <cp:category/>
</cp:coreProperties>
</file>